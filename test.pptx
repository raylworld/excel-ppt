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3460" type="A4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62" y="1620798"/>
            <a:ext cx="5143573" cy="34479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62" y="5201683"/>
            <a:ext cx="5143573" cy="23910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22" y="2469023"/>
            <a:ext cx="5915109" cy="411962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22" y="6627618"/>
            <a:ext cx="5915109" cy="21664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94" y="2636375"/>
            <a:ext cx="2914691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912" y="2636375"/>
            <a:ext cx="2914691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7" y="527275"/>
            <a:ext cx="5915109" cy="19142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7" y="2427758"/>
            <a:ext cx="2901296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7" y="3617565"/>
            <a:ext cx="2901296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912" y="2427758"/>
            <a:ext cx="2915585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912" y="3617565"/>
            <a:ext cx="2915585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7" y="660240"/>
            <a:ext cx="2211915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85" y="1425935"/>
            <a:ext cx="3471912" cy="70379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7" y="2971080"/>
            <a:ext cx="2211915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7" y="660240"/>
            <a:ext cx="2211915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85" y="1425935"/>
            <a:ext cx="3471912" cy="70379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7" y="2971080"/>
            <a:ext cx="2211915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826" y="527275"/>
            <a:ext cx="1478777" cy="839284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94" y="527275"/>
            <a:ext cx="4350605" cy="839284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94" y="527275"/>
            <a:ext cx="5915109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94" y="2636375"/>
            <a:ext cx="5915109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94" y="9179170"/>
            <a:ext cx="1543072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45" y="9179170"/>
            <a:ext cx="2314608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531" y="9179170"/>
            <a:ext cx="1543072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屏幕截图 2026-03-04 0220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721021" y="929437"/>
            <a:ext cx="14300990" cy="807377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2727349" y="7095570"/>
            <a:ext cx="4251042" cy="13912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dist" fontAlgn="auto"/>
            <a:r>
              <a:rPr lang="zh-CN" altLang="en-US" sz="845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  <a:reflection blurRad="6350" stA="60000" endA="900" endPos="60000" dist="29997" dir="5400000" sy="-100000" algn="bl" rotWithShape="0"/>
                </a:effectLst>
              </a:rPr>
              <a:t>分公司</a:t>
            </a:r>
            <a:endParaRPr lang="zh-CN" altLang="en-US" sz="845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59265" y="7095570"/>
            <a:ext cx="6286804" cy="13912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r"/>
            <a:r>
              <a:rPr lang="zh-CN" altLang="en-US" sz="8450" b="1" i="1" u="sng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折标标保</a:t>
            </a:r>
            <a:endParaRPr lang="zh-CN" altLang="en-US" sz="8450" b="1" i="1" u="sng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76956" y="3076187"/>
            <a:ext cx="4111004" cy="1064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110"/>
              <a:t>分公司是分散对齐的，折标标保是右对齐。格式不应该被更改。本文本内容不应被更改。</a:t>
            </a:r>
            <a:endParaRPr lang="zh-CN" altLang="en-US" sz="211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E1NjI2MzRiZDg2YzQ3ZDgwOGI4YWY0ODlkNTU4MD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6</cp:revision>
  <dcterms:created xsi:type="dcterms:W3CDTF">2026-03-03T18:24:00Z</dcterms:created>
  <dcterms:modified xsi:type="dcterms:W3CDTF">2026-03-08T19:28:41Z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B64DC270F1E04088922727A3E5BCF5EF</vt:lpwstr>
  </property>
  <property fmtid="{D5CDD505-2E9C-101B-9397-08002B2CF9AE}" pid="3" name="KSOProductBuildVer">
    <vt:lpwstr>2052-11.1.0.12173</vt:lpwstr>
  </property>
</Properties>
</file>